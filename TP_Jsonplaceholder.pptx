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335" r:id="rId3"/>
    <p:sldId id="342" r:id="rId4"/>
    <p:sldId id="339" r:id="rId5"/>
    <p:sldId id="338" r:id="rId6"/>
    <p:sldId id="340" r:id="rId7"/>
    <p:sldId id="341" r:id="rId8"/>
  </p:sldIdLst>
  <p:sldSz cx="9144000" cy="6858000" type="screen4x3"/>
  <p:notesSz cx="7099300" cy="102346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99"/>
    <a:srgbClr val="E5B9D9"/>
    <a:srgbClr val="025198"/>
    <a:srgbClr val="F8F5CA"/>
    <a:srgbClr val="EFC757"/>
    <a:srgbClr val="0C788E"/>
    <a:srgbClr val="422C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BAF4A1-07DD-4E27-A67E-96A31DB44C03}" v="2" dt="2025-03-27T12:56:52.6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60969" autoAdjust="0"/>
  </p:normalViewPr>
  <p:slideViewPr>
    <p:cSldViewPr>
      <p:cViewPr varScale="1">
        <p:scale>
          <a:sx n="38" d="100"/>
          <a:sy n="38" d="100"/>
        </p:scale>
        <p:origin x="212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im ouaret" userId="0ff16206f9a10cff" providerId="LiveId" clId="{F5FB4EF4-5971-4203-B0FC-3B250D04DFD4}"/>
    <pc:docChg chg="undo custSel addSld modSld">
      <pc:chgData name="salim ouaret" userId="0ff16206f9a10cff" providerId="LiveId" clId="{F5FB4EF4-5971-4203-B0FC-3B250D04DFD4}" dt="2025-03-26T22:42:43.559" v="242"/>
      <pc:docMkLst>
        <pc:docMk/>
      </pc:docMkLst>
      <pc:sldChg chg="addSp delSp modSp mod">
        <pc:chgData name="salim ouaret" userId="0ff16206f9a10cff" providerId="LiveId" clId="{F5FB4EF4-5971-4203-B0FC-3B250D04DFD4}" dt="2025-03-26T20:15:51.463" v="20" actId="1035"/>
        <pc:sldMkLst>
          <pc:docMk/>
          <pc:sldMk cId="0" sldId="256"/>
        </pc:sldMkLst>
        <pc:spChg chg="mod">
          <ac:chgData name="salim ouaret" userId="0ff16206f9a10cff" providerId="LiveId" clId="{F5FB4EF4-5971-4203-B0FC-3B250D04DFD4}" dt="2025-03-26T20:15:20.657" v="11" actId="20577"/>
          <ac:spMkLst>
            <pc:docMk/>
            <pc:sldMk cId="0" sldId="256"/>
            <ac:spMk id="2054" creationId="{00000000-0000-0000-0000-000000000000}"/>
          </ac:spMkLst>
        </pc:spChg>
        <pc:picChg chg="add mod">
          <ac:chgData name="salim ouaret" userId="0ff16206f9a10cff" providerId="LiveId" clId="{F5FB4EF4-5971-4203-B0FC-3B250D04DFD4}" dt="2025-03-26T20:15:51.463" v="20" actId="1035"/>
          <ac:picMkLst>
            <pc:docMk/>
            <pc:sldMk cId="0" sldId="256"/>
            <ac:picMk id="2" creationId="{6093821A-664D-912E-AEB7-DC9FA5E90B13}"/>
          </ac:picMkLst>
        </pc:picChg>
      </pc:sldChg>
      <pc:sldChg chg="modSp mod modNotesTx">
        <pc:chgData name="salim ouaret" userId="0ff16206f9a10cff" providerId="LiveId" clId="{F5FB4EF4-5971-4203-B0FC-3B250D04DFD4}" dt="2025-03-26T20:34:28.120" v="116" actId="14100"/>
        <pc:sldMkLst>
          <pc:docMk/>
          <pc:sldMk cId="2299420037" sldId="335"/>
        </pc:sldMkLst>
        <pc:spChg chg="mod">
          <ac:chgData name="salim ouaret" userId="0ff16206f9a10cff" providerId="LiveId" clId="{F5FB4EF4-5971-4203-B0FC-3B250D04DFD4}" dt="2025-03-26T20:34:28.120" v="116" actId="14100"/>
          <ac:spMkLst>
            <pc:docMk/>
            <pc:sldMk cId="2299420037" sldId="335"/>
            <ac:spMk id="4098" creationId="{00000000-0000-0000-0000-000000000000}"/>
          </ac:spMkLst>
        </pc:spChg>
      </pc:sldChg>
      <pc:sldChg chg="modSp mod">
        <pc:chgData name="salim ouaret" userId="0ff16206f9a10cff" providerId="LiveId" clId="{F5FB4EF4-5971-4203-B0FC-3B250D04DFD4}" dt="2025-03-26T20:28:10.719" v="80" actId="12"/>
        <pc:sldMkLst>
          <pc:docMk/>
          <pc:sldMk cId="72186579" sldId="337"/>
        </pc:sldMkLst>
      </pc:sldChg>
      <pc:sldChg chg="modSp mod">
        <pc:chgData name="salim ouaret" userId="0ff16206f9a10cff" providerId="LiveId" clId="{F5FB4EF4-5971-4203-B0FC-3B250D04DFD4}" dt="2025-03-26T20:27:18.458" v="74" actId="20577"/>
        <pc:sldMkLst>
          <pc:docMk/>
          <pc:sldMk cId="1223511152" sldId="338"/>
        </pc:sldMkLst>
        <pc:spChg chg="mod">
          <ac:chgData name="salim ouaret" userId="0ff16206f9a10cff" providerId="LiveId" clId="{F5FB4EF4-5971-4203-B0FC-3B250D04DFD4}" dt="2025-03-26T20:27:18.458" v="74" actId="20577"/>
          <ac:spMkLst>
            <pc:docMk/>
            <pc:sldMk cId="1223511152" sldId="338"/>
            <ac:spMk id="4098" creationId="{639CD84B-37C6-F174-C61C-CF855001A484}"/>
          </ac:spMkLst>
        </pc:spChg>
      </pc:sldChg>
      <pc:sldChg chg="addSp modSp mod">
        <pc:chgData name="salim ouaret" userId="0ff16206f9a10cff" providerId="LiveId" clId="{F5FB4EF4-5971-4203-B0FC-3B250D04DFD4}" dt="2025-03-26T20:26:14.407" v="65"/>
        <pc:sldMkLst>
          <pc:docMk/>
          <pc:sldMk cId="1294169276" sldId="339"/>
        </pc:sldMkLst>
        <pc:spChg chg="mod">
          <ac:chgData name="salim ouaret" userId="0ff16206f9a10cff" providerId="LiveId" clId="{F5FB4EF4-5971-4203-B0FC-3B250D04DFD4}" dt="2025-03-26T20:26:14.407" v="65"/>
          <ac:spMkLst>
            <pc:docMk/>
            <pc:sldMk cId="1294169276" sldId="339"/>
            <ac:spMk id="4098" creationId="{03A6AE49-F292-DA1C-DBDA-E6C1E27C3B86}"/>
          </ac:spMkLst>
        </pc:spChg>
        <pc:spChg chg="mod">
          <ac:chgData name="salim ouaret" userId="0ff16206f9a10cff" providerId="LiveId" clId="{F5FB4EF4-5971-4203-B0FC-3B250D04DFD4}" dt="2025-03-26T20:24:30.589" v="44"/>
          <ac:spMkLst>
            <pc:docMk/>
            <pc:sldMk cId="1294169276" sldId="339"/>
            <ac:spMk id="6149" creationId="{B85739F6-20C1-35C8-C12B-3DAFFFD0D1A0}"/>
          </ac:spMkLst>
        </pc:spChg>
      </pc:sldChg>
      <pc:sldChg chg="addSp modSp add mod">
        <pc:chgData name="salim ouaret" userId="0ff16206f9a10cff" providerId="LiveId" clId="{F5FB4EF4-5971-4203-B0FC-3B250D04DFD4}" dt="2025-03-26T20:29:03.546" v="93" actId="20577"/>
        <pc:sldMkLst>
          <pc:docMk/>
          <pc:sldMk cId="1694947338" sldId="340"/>
        </pc:sldMkLst>
      </pc:sldChg>
      <pc:sldChg chg="modSp add mod">
        <pc:chgData name="salim ouaret" userId="0ff16206f9a10cff" providerId="LiveId" clId="{F5FB4EF4-5971-4203-B0FC-3B250D04DFD4}" dt="2025-03-26T20:30:50.776" v="102" actId="20577"/>
        <pc:sldMkLst>
          <pc:docMk/>
          <pc:sldMk cId="884493748" sldId="341"/>
        </pc:sldMkLst>
      </pc:sldChg>
      <pc:sldChg chg="modSp add mod modNotesTx">
        <pc:chgData name="salim ouaret" userId="0ff16206f9a10cff" providerId="LiveId" clId="{F5FB4EF4-5971-4203-B0FC-3B250D04DFD4}" dt="2025-03-26T22:31:18.288" v="140"/>
        <pc:sldMkLst>
          <pc:docMk/>
          <pc:sldMk cId="2522342273" sldId="342"/>
        </pc:sldMkLst>
      </pc:sldChg>
      <pc:sldChg chg="modSp add mod modNotesTx">
        <pc:chgData name="salim ouaret" userId="0ff16206f9a10cff" providerId="LiveId" clId="{F5FB4EF4-5971-4203-B0FC-3B250D04DFD4}" dt="2025-03-26T22:34:49.943" v="163" actId="20577"/>
        <pc:sldMkLst>
          <pc:docMk/>
          <pc:sldMk cId="3910634740" sldId="343"/>
        </pc:sldMkLst>
      </pc:sldChg>
      <pc:sldChg chg="modSp add mod modNotesTx">
        <pc:chgData name="salim ouaret" userId="0ff16206f9a10cff" providerId="LiveId" clId="{F5FB4EF4-5971-4203-B0FC-3B250D04DFD4}" dt="2025-03-26T22:42:43.559" v="242"/>
        <pc:sldMkLst>
          <pc:docMk/>
          <pc:sldMk cId="679477322" sldId="344"/>
        </pc:sldMkLst>
      </pc:sldChg>
    </pc:docChg>
  </pc:docChgLst>
  <pc:docChgLst>
    <pc:chgData name="salim ouaret" userId="0ff16206f9a10cff" providerId="LiveId" clId="{56FD5B29-AB35-409C-B806-2423BA6E2BA4}"/>
    <pc:docChg chg="undo custSel addSld delSld modSld sldOrd">
      <pc:chgData name="salim ouaret" userId="0ff16206f9a10cff" providerId="LiveId" clId="{56FD5B29-AB35-409C-B806-2423BA6E2BA4}" dt="2025-03-18T22:00:54.533" v="1037" actId="20577"/>
      <pc:docMkLst>
        <pc:docMk/>
      </pc:docMkLst>
      <pc:sldChg chg="modSp mod">
        <pc:chgData name="salim ouaret" userId="0ff16206f9a10cff" providerId="LiveId" clId="{56FD5B29-AB35-409C-B806-2423BA6E2BA4}" dt="2025-03-18T21:38:09.407" v="891" actId="20577"/>
        <pc:sldMkLst>
          <pc:docMk/>
          <pc:sldMk cId="3537652442" sldId="321"/>
        </pc:sldMkLst>
      </pc:sldChg>
      <pc:sldChg chg="addSp modSp mod modNotesTx">
        <pc:chgData name="salim ouaret" userId="0ff16206f9a10cff" providerId="LiveId" clId="{56FD5B29-AB35-409C-B806-2423BA6E2BA4}" dt="2025-03-18T21:44:31.084" v="894" actId="20577"/>
        <pc:sldMkLst>
          <pc:docMk/>
          <pc:sldMk cId="2316854393" sldId="329"/>
        </pc:sldMkLst>
      </pc:sldChg>
      <pc:sldChg chg="modSp mod">
        <pc:chgData name="salim ouaret" userId="0ff16206f9a10cff" providerId="LiveId" clId="{56FD5B29-AB35-409C-B806-2423BA6E2BA4}" dt="2025-03-18T21:38:06.663" v="890" actId="20577"/>
        <pc:sldMkLst>
          <pc:docMk/>
          <pc:sldMk cId="3912538184" sldId="330"/>
        </pc:sldMkLst>
      </pc:sldChg>
      <pc:sldChg chg="modSp mod">
        <pc:chgData name="salim ouaret" userId="0ff16206f9a10cff" providerId="LiveId" clId="{56FD5B29-AB35-409C-B806-2423BA6E2BA4}" dt="2025-03-18T21:38:03.614" v="889" actId="20577"/>
        <pc:sldMkLst>
          <pc:docMk/>
          <pc:sldMk cId="2315528718" sldId="331"/>
        </pc:sldMkLst>
      </pc:sldChg>
      <pc:sldChg chg="modSp mod">
        <pc:chgData name="salim ouaret" userId="0ff16206f9a10cff" providerId="LiveId" clId="{56FD5B29-AB35-409C-B806-2423BA6E2BA4}" dt="2025-03-18T21:37:59.811" v="888" actId="20577"/>
        <pc:sldMkLst>
          <pc:docMk/>
          <pc:sldMk cId="1525394076" sldId="332"/>
        </pc:sldMkLst>
      </pc:sldChg>
      <pc:sldChg chg="modSp mod">
        <pc:chgData name="salim ouaret" userId="0ff16206f9a10cff" providerId="LiveId" clId="{56FD5B29-AB35-409C-B806-2423BA6E2BA4}" dt="2025-03-18T21:37:53.226" v="886" actId="20577"/>
        <pc:sldMkLst>
          <pc:docMk/>
          <pc:sldMk cId="6722487" sldId="333"/>
        </pc:sldMkLst>
      </pc:sldChg>
      <pc:sldChg chg="modSp mod modNotesTx">
        <pc:chgData name="salim ouaret" userId="0ff16206f9a10cff" providerId="LiveId" clId="{56FD5B29-AB35-409C-B806-2423BA6E2BA4}" dt="2025-03-18T21:37:56.393" v="887" actId="20577"/>
        <pc:sldMkLst>
          <pc:docMk/>
          <pc:sldMk cId="2997598398" sldId="334"/>
        </pc:sldMkLst>
      </pc:sldChg>
      <pc:sldChg chg="modSp mod">
        <pc:chgData name="salim ouaret" userId="0ff16206f9a10cff" providerId="LiveId" clId="{56FD5B29-AB35-409C-B806-2423BA6E2BA4}" dt="2025-03-18T22:00:30.606" v="1023" actId="20577"/>
        <pc:sldMkLst>
          <pc:docMk/>
          <pc:sldMk cId="2299420037" sldId="335"/>
        </pc:sldMkLst>
        <pc:spChg chg="mod">
          <ac:chgData name="salim ouaret" userId="0ff16206f9a10cff" providerId="LiveId" clId="{56FD5B29-AB35-409C-B806-2423BA6E2BA4}" dt="2025-03-16T10:53:40.295" v="219"/>
          <ac:spMkLst>
            <pc:docMk/>
            <pc:sldMk cId="2299420037" sldId="335"/>
            <ac:spMk id="4" creationId="{00000000-0000-0000-0000-000000000000}"/>
          </ac:spMkLst>
        </pc:spChg>
        <pc:spChg chg="mod">
          <ac:chgData name="salim ouaret" userId="0ff16206f9a10cff" providerId="LiveId" clId="{56FD5B29-AB35-409C-B806-2423BA6E2BA4}" dt="2025-03-18T22:00:30.606" v="1023" actId="20577"/>
          <ac:spMkLst>
            <pc:docMk/>
            <pc:sldMk cId="2299420037" sldId="335"/>
            <ac:spMk id="4098" creationId="{00000000-0000-0000-0000-000000000000}"/>
          </ac:spMkLst>
        </pc:spChg>
      </pc:sldChg>
      <pc:sldChg chg="addSp modSp del mod">
        <pc:chgData name="salim ouaret" userId="0ff16206f9a10cff" providerId="LiveId" clId="{56FD5B29-AB35-409C-B806-2423BA6E2BA4}" dt="2025-03-16T10:40:03.161" v="214" actId="47"/>
        <pc:sldMkLst>
          <pc:docMk/>
          <pc:sldMk cId="74589453" sldId="336"/>
        </pc:sldMkLst>
      </pc:sldChg>
      <pc:sldChg chg="modSp mod">
        <pc:chgData name="salim ouaret" userId="0ff16206f9a10cff" providerId="LiveId" clId="{56FD5B29-AB35-409C-B806-2423BA6E2BA4}" dt="2025-03-18T22:00:25.615" v="1021" actId="20577"/>
        <pc:sldMkLst>
          <pc:docMk/>
          <pc:sldMk cId="72186579" sldId="337"/>
        </pc:sldMkLst>
      </pc:sldChg>
      <pc:sldChg chg="modSp mod">
        <pc:chgData name="salim ouaret" userId="0ff16206f9a10cff" providerId="LiveId" clId="{56FD5B29-AB35-409C-B806-2423BA6E2BA4}" dt="2025-03-18T21:37:50.016" v="884" actId="20577"/>
        <pc:sldMkLst>
          <pc:docMk/>
          <pc:sldMk cId="2985714987" sldId="338"/>
        </pc:sldMkLst>
      </pc:sldChg>
      <pc:sldChg chg="addSp modSp new mod modNotesTx">
        <pc:chgData name="salim ouaret" userId="0ff16206f9a10cff" providerId="LiveId" clId="{56FD5B29-AB35-409C-B806-2423BA6E2BA4}" dt="2025-03-18T22:00:40.415" v="1027" actId="20577"/>
        <pc:sldMkLst>
          <pc:docMk/>
          <pc:sldMk cId="132203508" sldId="339"/>
        </pc:sldMkLst>
      </pc:sldChg>
      <pc:sldChg chg="addSp delSp modSp add mod ord modNotesTx">
        <pc:chgData name="salim ouaret" userId="0ff16206f9a10cff" providerId="LiveId" clId="{56FD5B29-AB35-409C-B806-2423BA6E2BA4}" dt="2025-03-18T22:00:35.873" v="1025" actId="20577"/>
        <pc:sldMkLst>
          <pc:docMk/>
          <pc:sldMk cId="639254602" sldId="340"/>
        </pc:sldMkLst>
      </pc:sldChg>
      <pc:sldChg chg="modSp add mod modNotesTx">
        <pc:chgData name="salim ouaret" userId="0ff16206f9a10cff" providerId="LiveId" clId="{56FD5B29-AB35-409C-B806-2423BA6E2BA4}" dt="2025-03-18T22:00:44.850" v="1029" actId="20577"/>
        <pc:sldMkLst>
          <pc:docMk/>
          <pc:sldMk cId="2430288177" sldId="341"/>
        </pc:sldMkLst>
      </pc:sldChg>
      <pc:sldChg chg="modSp add mod modNotesTx">
        <pc:chgData name="salim ouaret" userId="0ff16206f9a10cff" providerId="LiveId" clId="{56FD5B29-AB35-409C-B806-2423BA6E2BA4}" dt="2025-03-18T22:00:49.754" v="1033" actId="20577"/>
        <pc:sldMkLst>
          <pc:docMk/>
          <pc:sldMk cId="2048166574" sldId="342"/>
        </pc:sldMkLst>
      </pc:sldChg>
      <pc:sldChg chg="modSp add mod modNotesTx">
        <pc:chgData name="salim ouaret" userId="0ff16206f9a10cff" providerId="LiveId" clId="{56FD5B29-AB35-409C-B806-2423BA6E2BA4}" dt="2025-03-18T22:00:54.533" v="1037" actId="20577"/>
        <pc:sldMkLst>
          <pc:docMk/>
          <pc:sldMk cId="1162780599" sldId="343"/>
        </pc:sldMkLst>
      </pc:sldChg>
      <pc:sldChg chg="modSp add mod">
        <pc:chgData name="salim ouaret" userId="0ff16206f9a10cff" providerId="LiveId" clId="{56FD5B29-AB35-409C-B806-2423BA6E2BA4}" dt="2025-03-18T21:59:51.964" v="1006" actId="20577"/>
        <pc:sldMkLst>
          <pc:docMk/>
          <pc:sldMk cId="1779295853" sldId="344"/>
        </pc:sldMkLst>
      </pc:sldChg>
      <pc:sldChg chg="new del">
        <pc:chgData name="salim ouaret" userId="0ff16206f9a10cff" providerId="LiveId" clId="{56FD5B29-AB35-409C-B806-2423BA6E2BA4}" dt="2025-03-16T11:27:41.780" v="429" actId="47"/>
        <pc:sldMkLst>
          <pc:docMk/>
          <pc:sldMk cId="2311423952" sldId="344"/>
        </pc:sldMkLst>
      </pc:sldChg>
      <pc:sldChg chg="modSp add del mod modNotesTx">
        <pc:chgData name="salim ouaret" userId="0ff16206f9a10cff" providerId="LiveId" clId="{56FD5B29-AB35-409C-B806-2423BA6E2BA4}" dt="2025-03-18T21:39:54.178" v="893" actId="47"/>
        <pc:sldMkLst>
          <pc:docMk/>
          <pc:sldMk cId="4181219243" sldId="344"/>
        </pc:sldMkLst>
      </pc:sldChg>
      <pc:sldChg chg="modSp add mod">
        <pc:chgData name="salim ouaret" userId="0ff16206f9a10cff" providerId="LiveId" clId="{56FD5B29-AB35-409C-B806-2423BA6E2BA4}" dt="2025-03-18T22:00:00.783" v="1009" actId="20577"/>
        <pc:sldMkLst>
          <pc:docMk/>
          <pc:sldMk cId="3409405764" sldId="345"/>
        </pc:sldMkLst>
      </pc:sldChg>
      <pc:sldChg chg="modSp add del mod ord modNotesTx">
        <pc:chgData name="salim ouaret" userId="0ff16206f9a10cff" providerId="LiveId" clId="{56FD5B29-AB35-409C-B806-2423BA6E2BA4}" dt="2025-03-18T21:39:54.178" v="893" actId="47"/>
        <pc:sldMkLst>
          <pc:docMk/>
          <pc:sldMk cId="3763086204" sldId="345"/>
        </pc:sldMkLst>
      </pc:sldChg>
      <pc:sldChg chg="modSp add mod">
        <pc:chgData name="salim ouaret" userId="0ff16206f9a10cff" providerId="LiveId" clId="{56FD5B29-AB35-409C-B806-2423BA6E2BA4}" dt="2025-03-18T22:00:05.632" v="1012" actId="20577"/>
        <pc:sldMkLst>
          <pc:docMk/>
          <pc:sldMk cId="740815978" sldId="346"/>
        </pc:sldMkLst>
      </pc:sldChg>
      <pc:sldChg chg="modSp add del mod modNotesTx">
        <pc:chgData name="salim ouaret" userId="0ff16206f9a10cff" providerId="LiveId" clId="{56FD5B29-AB35-409C-B806-2423BA6E2BA4}" dt="2025-03-18T21:39:54.178" v="893" actId="47"/>
        <pc:sldMkLst>
          <pc:docMk/>
          <pc:sldMk cId="2803246922" sldId="346"/>
        </pc:sldMkLst>
      </pc:sldChg>
      <pc:sldChg chg="modSp add mod">
        <pc:chgData name="salim ouaret" userId="0ff16206f9a10cff" providerId="LiveId" clId="{56FD5B29-AB35-409C-B806-2423BA6E2BA4}" dt="2025-03-18T22:00:11.509" v="1015" actId="20577"/>
        <pc:sldMkLst>
          <pc:docMk/>
          <pc:sldMk cId="414759918" sldId="347"/>
        </pc:sldMkLst>
      </pc:sldChg>
      <pc:sldChg chg="modSp add del mod modNotesTx">
        <pc:chgData name="salim ouaret" userId="0ff16206f9a10cff" providerId="LiveId" clId="{56FD5B29-AB35-409C-B806-2423BA6E2BA4}" dt="2025-03-18T21:39:54.178" v="893" actId="47"/>
        <pc:sldMkLst>
          <pc:docMk/>
          <pc:sldMk cId="1952919865" sldId="347"/>
        </pc:sldMkLst>
      </pc:sldChg>
      <pc:sldChg chg="modSp add del mod modNotesTx">
        <pc:chgData name="salim ouaret" userId="0ff16206f9a10cff" providerId="LiveId" clId="{56FD5B29-AB35-409C-B806-2423BA6E2BA4}" dt="2025-03-18T21:39:54.178" v="893" actId="47"/>
        <pc:sldMkLst>
          <pc:docMk/>
          <pc:sldMk cId="1489062045" sldId="348"/>
        </pc:sldMkLst>
      </pc:sldChg>
      <pc:sldChg chg="modSp add mod">
        <pc:chgData name="salim ouaret" userId="0ff16206f9a10cff" providerId="LiveId" clId="{56FD5B29-AB35-409C-B806-2423BA6E2BA4}" dt="2025-03-18T22:00:19.728" v="1018" actId="20577"/>
        <pc:sldMkLst>
          <pc:docMk/>
          <pc:sldMk cId="3942315090" sldId="348"/>
        </pc:sldMkLst>
      </pc:sldChg>
      <pc:sldChg chg="addSp delSp new del mod">
        <pc:chgData name="salim ouaret" userId="0ff16206f9a10cff" providerId="LiveId" clId="{56FD5B29-AB35-409C-B806-2423BA6E2BA4}" dt="2025-03-16T11:38:30.685" v="564" actId="680"/>
        <pc:sldMkLst>
          <pc:docMk/>
          <pc:sldMk cId="1104732321" sldId="349"/>
        </pc:sldMkLst>
      </pc:sldChg>
      <pc:sldChg chg="modSp add del mod modNotesTx">
        <pc:chgData name="salim ouaret" userId="0ff16206f9a10cff" providerId="LiveId" clId="{56FD5B29-AB35-409C-B806-2423BA6E2BA4}" dt="2025-03-18T21:39:54.178" v="893" actId="47"/>
        <pc:sldMkLst>
          <pc:docMk/>
          <pc:sldMk cId="1170949043" sldId="349"/>
        </pc:sldMkLst>
      </pc:sldChg>
      <pc:sldChg chg="modSp add del mod modNotesTx">
        <pc:chgData name="salim ouaret" userId="0ff16206f9a10cff" providerId="LiveId" clId="{56FD5B29-AB35-409C-B806-2423BA6E2BA4}" dt="2025-03-18T21:39:54.178" v="893" actId="47"/>
        <pc:sldMkLst>
          <pc:docMk/>
          <pc:sldMk cId="1772423634" sldId="350"/>
        </pc:sldMkLst>
      </pc:sldChg>
      <pc:sldChg chg="modSp add del mod modNotesTx">
        <pc:chgData name="salim ouaret" userId="0ff16206f9a10cff" providerId="LiveId" clId="{56FD5B29-AB35-409C-B806-2423BA6E2BA4}" dt="2025-03-18T21:39:54.178" v="893" actId="47"/>
        <pc:sldMkLst>
          <pc:docMk/>
          <pc:sldMk cId="512515785" sldId="351"/>
        </pc:sldMkLst>
      </pc:sldChg>
      <pc:sldChg chg="modSp add del mod modNotesTx">
        <pc:chgData name="salim ouaret" userId="0ff16206f9a10cff" providerId="LiveId" clId="{56FD5B29-AB35-409C-B806-2423BA6E2BA4}" dt="2025-03-18T21:39:54.178" v="893" actId="47"/>
        <pc:sldMkLst>
          <pc:docMk/>
          <pc:sldMk cId="1332377293" sldId="352"/>
        </pc:sldMkLst>
      </pc:sldChg>
    </pc:docChg>
  </pc:docChgLst>
  <pc:docChgLst>
    <pc:chgData name="salim ouaret" userId="0ff16206f9a10cff" providerId="LiveId" clId="{F0026EAA-DE9E-42A0-99A5-2225281B251E}"/>
    <pc:docChg chg="undo custSel addSld delSld modSld sldOrd">
      <pc:chgData name="salim ouaret" userId="0ff16206f9a10cff" providerId="LiveId" clId="{F0026EAA-DE9E-42A0-99A5-2225281B251E}" dt="2025-03-19T13:48:09.880" v="147" actId="20577"/>
      <pc:docMkLst>
        <pc:docMk/>
      </pc:docMkLst>
      <pc:sldChg chg="del">
        <pc:chgData name="salim ouaret" userId="0ff16206f9a10cff" providerId="LiveId" clId="{F0026EAA-DE9E-42A0-99A5-2225281B251E}" dt="2025-03-18T22:11:09.096" v="0" actId="47"/>
        <pc:sldMkLst>
          <pc:docMk/>
          <pc:sldMk cId="3537652442" sldId="321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2316854393" sldId="329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3912538184" sldId="330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2315528718" sldId="331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1525394076" sldId="332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6722487" sldId="333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2997598398" sldId="334"/>
        </pc:sldMkLst>
      </pc:sldChg>
      <pc:sldChg chg="modSp mod">
        <pc:chgData name="salim ouaret" userId="0ff16206f9a10cff" providerId="LiveId" clId="{F0026EAA-DE9E-42A0-99A5-2225281B251E}" dt="2025-03-19T13:21:21.232" v="73" actId="20577"/>
        <pc:sldMkLst>
          <pc:docMk/>
          <pc:sldMk cId="2299420037" sldId="335"/>
        </pc:sldMkLst>
        <pc:spChg chg="mod">
          <ac:chgData name="salim ouaret" userId="0ff16206f9a10cff" providerId="LiveId" clId="{F0026EAA-DE9E-42A0-99A5-2225281B251E}" dt="2025-03-19T13:21:21.232" v="73" actId="20577"/>
          <ac:spMkLst>
            <pc:docMk/>
            <pc:sldMk cId="2299420037" sldId="335"/>
            <ac:spMk id="4098" creationId="{00000000-0000-0000-0000-000000000000}"/>
          </ac:spMkLst>
        </pc:spChg>
      </pc:sldChg>
      <pc:sldChg chg="modSp mod ord">
        <pc:chgData name="salim ouaret" userId="0ff16206f9a10cff" providerId="LiveId" clId="{F0026EAA-DE9E-42A0-99A5-2225281B251E}" dt="2025-03-19T13:48:09.880" v="147" actId="20577"/>
        <pc:sldMkLst>
          <pc:docMk/>
          <pc:sldMk cId="72186579" sldId="337"/>
        </pc:sldMkLst>
      </pc:sldChg>
      <pc:sldChg chg="modSp add mod">
        <pc:chgData name="salim ouaret" userId="0ff16206f9a10cff" providerId="LiveId" clId="{F0026EAA-DE9E-42A0-99A5-2225281B251E}" dt="2025-03-19T13:48:04.807" v="145" actId="20577"/>
        <pc:sldMkLst>
          <pc:docMk/>
          <pc:sldMk cId="1223511152" sldId="338"/>
        </pc:sldMkLst>
        <pc:spChg chg="mod">
          <ac:chgData name="salim ouaret" userId="0ff16206f9a10cff" providerId="LiveId" clId="{F0026EAA-DE9E-42A0-99A5-2225281B251E}" dt="2025-03-19T13:48:04.807" v="145" actId="20577"/>
          <ac:spMkLst>
            <pc:docMk/>
            <pc:sldMk cId="1223511152" sldId="338"/>
            <ac:spMk id="4098" creationId="{639CD84B-37C6-F174-C61C-CF855001A484}"/>
          </ac:spMkLst>
        </pc:spChg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2985714987" sldId="338"/>
        </pc:sldMkLst>
      </pc:sldChg>
      <pc:sldChg chg="modSp del mod">
        <pc:chgData name="salim ouaret" userId="0ff16206f9a10cff" providerId="LiveId" clId="{F0026EAA-DE9E-42A0-99A5-2225281B251E}" dt="2025-03-19T13:18:25.922" v="14" actId="47"/>
        <pc:sldMkLst>
          <pc:docMk/>
          <pc:sldMk cId="132203508" sldId="339"/>
        </pc:sldMkLst>
      </pc:sldChg>
      <pc:sldChg chg="modSp add mod">
        <pc:chgData name="salim ouaret" userId="0ff16206f9a10cff" providerId="LiveId" clId="{F0026EAA-DE9E-42A0-99A5-2225281B251E}" dt="2025-03-19T13:47:59.809" v="143" actId="20577"/>
        <pc:sldMkLst>
          <pc:docMk/>
          <pc:sldMk cId="1294169276" sldId="339"/>
        </pc:sldMkLst>
        <pc:spChg chg="mod">
          <ac:chgData name="salim ouaret" userId="0ff16206f9a10cff" providerId="LiveId" clId="{F0026EAA-DE9E-42A0-99A5-2225281B251E}" dt="2025-03-19T13:47:59.809" v="143" actId="20577"/>
          <ac:spMkLst>
            <pc:docMk/>
            <pc:sldMk cId="1294169276" sldId="339"/>
            <ac:spMk id="4098" creationId="{03A6AE49-F292-DA1C-DBDA-E6C1E27C3B86}"/>
          </ac:spMkLst>
        </pc:spChg>
      </pc:sldChg>
      <pc:sldChg chg="modSp del mod">
        <pc:chgData name="salim ouaret" userId="0ff16206f9a10cff" providerId="LiveId" clId="{F0026EAA-DE9E-42A0-99A5-2225281B251E}" dt="2025-03-19T13:18:27.343" v="15" actId="47"/>
        <pc:sldMkLst>
          <pc:docMk/>
          <pc:sldMk cId="639254602" sldId="340"/>
        </pc:sldMkLst>
      </pc:sldChg>
      <pc:sldChg chg="modSp del mod">
        <pc:chgData name="salim ouaret" userId="0ff16206f9a10cff" providerId="LiveId" clId="{F0026EAA-DE9E-42A0-99A5-2225281B251E}" dt="2025-03-19T13:18:25.922" v="14" actId="47"/>
        <pc:sldMkLst>
          <pc:docMk/>
          <pc:sldMk cId="2430288177" sldId="341"/>
        </pc:sldMkLst>
      </pc:sldChg>
      <pc:sldChg chg="modSp del mod">
        <pc:chgData name="salim ouaret" userId="0ff16206f9a10cff" providerId="LiveId" clId="{F0026EAA-DE9E-42A0-99A5-2225281B251E}" dt="2025-03-19T13:18:25.922" v="14" actId="47"/>
        <pc:sldMkLst>
          <pc:docMk/>
          <pc:sldMk cId="2048166574" sldId="342"/>
        </pc:sldMkLst>
      </pc:sldChg>
      <pc:sldChg chg="modSp del mod">
        <pc:chgData name="salim ouaret" userId="0ff16206f9a10cff" providerId="LiveId" clId="{F0026EAA-DE9E-42A0-99A5-2225281B251E}" dt="2025-03-19T13:18:25.922" v="14" actId="47"/>
        <pc:sldMkLst>
          <pc:docMk/>
          <pc:sldMk cId="1162780599" sldId="343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1779295853" sldId="344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3409405764" sldId="345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740815978" sldId="346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414759918" sldId="347"/>
        </pc:sldMkLst>
      </pc:sldChg>
      <pc:sldChg chg="del">
        <pc:chgData name="salim ouaret" userId="0ff16206f9a10cff" providerId="LiveId" clId="{F0026EAA-DE9E-42A0-99A5-2225281B251E}" dt="2025-03-18T22:11:09.096" v="0" actId="47"/>
        <pc:sldMkLst>
          <pc:docMk/>
          <pc:sldMk cId="3942315090" sldId="348"/>
        </pc:sldMkLst>
      </pc:sldChg>
    </pc:docChg>
  </pc:docChgLst>
  <pc:docChgLst>
    <pc:chgData name="salim ouaret" userId="0ff16206f9a10cff" providerId="LiveId" clId="{8BBAF4A1-07DD-4E27-A67E-96A31DB44C03}"/>
    <pc:docChg chg="custSel addSld delSld modSld">
      <pc:chgData name="salim ouaret" userId="0ff16206f9a10cff" providerId="LiveId" clId="{8BBAF4A1-07DD-4E27-A67E-96A31DB44C03}" dt="2025-03-28T10:41:22.224" v="160" actId="313"/>
      <pc:docMkLst>
        <pc:docMk/>
      </pc:docMkLst>
      <pc:sldChg chg="modSp mod modNotesTx">
        <pc:chgData name="salim ouaret" userId="0ff16206f9a10cff" providerId="LiveId" clId="{8BBAF4A1-07DD-4E27-A67E-96A31DB44C03}" dt="2025-03-27T13:08:01.771" v="152" actId="20577"/>
        <pc:sldMkLst>
          <pc:docMk/>
          <pc:sldMk cId="2299420037" sldId="335"/>
        </pc:sldMkLst>
        <pc:spChg chg="mod">
          <ac:chgData name="salim ouaret" userId="0ff16206f9a10cff" providerId="LiveId" clId="{8BBAF4A1-07DD-4E27-A67E-96A31DB44C03}" dt="2025-03-27T13:07:44.739" v="151" actId="255"/>
          <ac:spMkLst>
            <pc:docMk/>
            <pc:sldMk cId="2299420037" sldId="335"/>
            <ac:spMk id="4098" creationId="{00000000-0000-0000-0000-000000000000}"/>
          </ac:spMkLst>
        </pc:spChg>
      </pc:sldChg>
      <pc:sldChg chg="del">
        <pc:chgData name="salim ouaret" userId="0ff16206f9a10cff" providerId="LiveId" clId="{8BBAF4A1-07DD-4E27-A67E-96A31DB44C03}" dt="2025-03-27T12:55:33.871" v="18" actId="47"/>
        <pc:sldMkLst>
          <pc:docMk/>
          <pc:sldMk cId="72186579" sldId="337"/>
        </pc:sldMkLst>
      </pc:sldChg>
      <pc:sldChg chg="modSp mod">
        <pc:chgData name="salim ouaret" userId="0ff16206f9a10cff" providerId="LiveId" clId="{8BBAF4A1-07DD-4E27-A67E-96A31DB44C03}" dt="2025-03-27T12:59:08.900" v="92"/>
        <pc:sldMkLst>
          <pc:docMk/>
          <pc:sldMk cId="1223511152" sldId="338"/>
        </pc:sldMkLst>
        <pc:spChg chg="mod">
          <ac:chgData name="salim ouaret" userId="0ff16206f9a10cff" providerId="LiveId" clId="{8BBAF4A1-07DD-4E27-A67E-96A31DB44C03}" dt="2025-03-27T12:59:08.900" v="92"/>
          <ac:spMkLst>
            <pc:docMk/>
            <pc:sldMk cId="1223511152" sldId="338"/>
            <ac:spMk id="4098" creationId="{639CD84B-37C6-F174-C61C-CF855001A484}"/>
          </ac:spMkLst>
        </pc:spChg>
      </pc:sldChg>
      <pc:sldChg chg="modSp mod">
        <pc:chgData name="salim ouaret" userId="0ff16206f9a10cff" providerId="LiveId" clId="{8BBAF4A1-07DD-4E27-A67E-96A31DB44C03}" dt="2025-03-27T12:56:52.668" v="60" actId="20577"/>
        <pc:sldMkLst>
          <pc:docMk/>
          <pc:sldMk cId="1294169276" sldId="339"/>
        </pc:sldMkLst>
        <pc:spChg chg="mod">
          <ac:chgData name="salim ouaret" userId="0ff16206f9a10cff" providerId="LiveId" clId="{8BBAF4A1-07DD-4E27-A67E-96A31DB44C03}" dt="2025-03-27T12:56:52.668" v="60" actId="20577"/>
          <ac:spMkLst>
            <pc:docMk/>
            <pc:sldMk cId="1294169276" sldId="339"/>
            <ac:spMk id="4098" creationId="{03A6AE49-F292-DA1C-DBDA-E6C1E27C3B86}"/>
          </ac:spMkLst>
        </pc:spChg>
      </pc:sldChg>
      <pc:sldChg chg="del">
        <pc:chgData name="salim ouaret" userId="0ff16206f9a10cff" providerId="LiveId" clId="{8BBAF4A1-07DD-4E27-A67E-96A31DB44C03}" dt="2025-03-27T12:55:33.871" v="18" actId="47"/>
        <pc:sldMkLst>
          <pc:docMk/>
          <pc:sldMk cId="1694947338" sldId="340"/>
        </pc:sldMkLst>
      </pc:sldChg>
      <pc:sldChg chg="modSp add mod">
        <pc:chgData name="salim ouaret" userId="0ff16206f9a10cff" providerId="LiveId" clId="{8BBAF4A1-07DD-4E27-A67E-96A31DB44C03}" dt="2025-03-27T13:02:29.954" v="109" actId="20577"/>
        <pc:sldMkLst>
          <pc:docMk/>
          <pc:sldMk cId="2931704905" sldId="340"/>
        </pc:sldMkLst>
        <pc:spChg chg="mod">
          <ac:chgData name="salim ouaret" userId="0ff16206f9a10cff" providerId="LiveId" clId="{8BBAF4A1-07DD-4E27-A67E-96A31DB44C03}" dt="2025-03-27T13:02:29.954" v="109" actId="20577"/>
          <ac:spMkLst>
            <pc:docMk/>
            <pc:sldMk cId="2931704905" sldId="340"/>
            <ac:spMk id="4098" creationId="{ED2170E9-C90B-5753-D9C2-D818C4F5EC2E}"/>
          </ac:spMkLst>
        </pc:spChg>
      </pc:sldChg>
      <pc:sldChg chg="del">
        <pc:chgData name="salim ouaret" userId="0ff16206f9a10cff" providerId="LiveId" clId="{8BBAF4A1-07DD-4E27-A67E-96A31DB44C03}" dt="2025-03-27T12:55:33.871" v="18" actId="47"/>
        <pc:sldMkLst>
          <pc:docMk/>
          <pc:sldMk cId="884493748" sldId="341"/>
        </pc:sldMkLst>
      </pc:sldChg>
      <pc:sldChg chg="modSp add mod">
        <pc:chgData name="salim ouaret" userId="0ff16206f9a10cff" providerId="LiveId" clId="{8BBAF4A1-07DD-4E27-A67E-96A31DB44C03}" dt="2025-03-27T13:04:02.152" v="123" actId="20577"/>
        <pc:sldMkLst>
          <pc:docMk/>
          <pc:sldMk cId="3941685093" sldId="341"/>
        </pc:sldMkLst>
        <pc:spChg chg="mod">
          <ac:chgData name="salim ouaret" userId="0ff16206f9a10cff" providerId="LiveId" clId="{8BBAF4A1-07DD-4E27-A67E-96A31DB44C03}" dt="2025-03-27T13:04:02.152" v="123" actId="20577"/>
          <ac:spMkLst>
            <pc:docMk/>
            <pc:sldMk cId="3941685093" sldId="341"/>
            <ac:spMk id="4098" creationId="{1A461FE8-8690-B3A0-F8E4-CDD174E02313}"/>
          </ac:spMkLst>
        </pc:spChg>
      </pc:sldChg>
      <pc:sldChg chg="modSp add mod modNotesTx">
        <pc:chgData name="salim ouaret" userId="0ff16206f9a10cff" providerId="LiveId" clId="{8BBAF4A1-07DD-4E27-A67E-96A31DB44C03}" dt="2025-03-28T10:41:22.224" v="160" actId="313"/>
        <pc:sldMkLst>
          <pc:docMk/>
          <pc:sldMk cId="1109952259" sldId="342"/>
        </pc:sldMkLst>
        <pc:spChg chg="mod">
          <ac:chgData name="salim ouaret" userId="0ff16206f9a10cff" providerId="LiveId" clId="{8BBAF4A1-07DD-4E27-A67E-96A31DB44C03}" dt="2025-03-28T10:41:22.224" v="160" actId="313"/>
          <ac:spMkLst>
            <pc:docMk/>
            <pc:sldMk cId="1109952259" sldId="342"/>
            <ac:spMk id="4098" creationId="{F367086D-C378-144D-AF47-DEAE683DE921}"/>
          </ac:spMkLst>
        </pc:spChg>
      </pc:sldChg>
      <pc:sldChg chg="del">
        <pc:chgData name="salim ouaret" userId="0ff16206f9a10cff" providerId="LiveId" clId="{8BBAF4A1-07DD-4E27-A67E-96A31DB44C03}" dt="2025-03-27T12:55:33.871" v="18" actId="47"/>
        <pc:sldMkLst>
          <pc:docMk/>
          <pc:sldMk cId="2522342273" sldId="342"/>
        </pc:sldMkLst>
      </pc:sldChg>
      <pc:sldChg chg="del">
        <pc:chgData name="salim ouaret" userId="0ff16206f9a10cff" providerId="LiveId" clId="{8BBAF4A1-07DD-4E27-A67E-96A31DB44C03}" dt="2025-03-27T12:55:33.871" v="18" actId="47"/>
        <pc:sldMkLst>
          <pc:docMk/>
          <pc:sldMk cId="3910634740" sldId="343"/>
        </pc:sldMkLst>
      </pc:sldChg>
      <pc:sldChg chg="del">
        <pc:chgData name="salim ouaret" userId="0ff16206f9a10cff" providerId="LiveId" clId="{8BBAF4A1-07DD-4E27-A67E-96A31DB44C03}" dt="2025-03-27T12:55:33.871" v="18" actId="47"/>
        <pc:sldMkLst>
          <pc:docMk/>
          <pc:sldMk cId="679477322" sldId="34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4988" cy="512763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4988" cy="512763"/>
          </a:xfrm>
          <a:prstGeom prst="rect">
            <a:avLst/>
          </a:prstGeom>
        </p:spPr>
        <p:txBody>
          <a:bodyPr vert="horz" lIns="99045" tIns="49523" rIns="99045" bIns="49523" rtlCol="0"/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BECDA9A9-F4AF-4CC7-BC26-DF74F3A029C7}" type="datetimeFigureOut">
              <a:rPr lang="fr-FR"/>
              <a:pPr>
                <a:defRPr/>
              </a:pPr>
              <a:t>28/03/2025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5" tIns="49523" rIns="99045" bIns="49523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6925"/>
          </a:xfrm>
          <a:prstGeom prst="rect">
            <a:avLst/>
          </a:prstGeom>
        </p:spPr>
        <p:txBody>
          <a:bodyPr vert="horz" lIns="99045" tIns="49523" rIns="99045" bIns="49523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0263"/>
            <a:ext cx="3074988" cy="512762"/>
          </a:xfrm>
          <a:prstGeom prst="rect">
            <a:avLst/>
          </a:prstGeom>
        </p:spPr>
        <p:txBody>
          <a:bodyPr vert="horz" lIns="99045" tIns="49523" rIns="99045" bIns="49523" rtlCol="0" anchor="b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2725" y="9720263"/>
            <a:ext cx="3074988" cy="512762"/>
          </a:xfrm>
          <a:prstGeom prst="rect">
            <a:avLst/>
          </a:prstGeom>
        </p:spPr>
        <p:txBody>
          <a:bodyPr vert="horz" wrap="square" lIns="99045" tIns="49523" rIns="99045" bIns="4952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F0B360FB-9218-4F06-9F00-239ECFBECF7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B360FB-9218-4F06-9F00-239ECFBECF7F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1531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B360FB-9218-4F06-9F00-239ECFBECF7F}" type="slidenum">
              <a:rPr lang="fr-FR" smtClean="0"/>
              <a:pPr>
                <a:defRPr/>
              </a:pPr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1137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BC81-44CC-260B-5F54-92881BEA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E9C1AE-B57C-719A-DB49-0D62713FF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6A0974-F35D-7761-170C-535B308CD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1A838D-8B63-F69E-9539-C251CB67C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B360FB-9218-4F06-9F00-239ECFBECF7F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823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E6DC-0CCE-9B21-E829-5407C0CB1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0EDBAF3-C77E-9EC3-0CFB-1310790A1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565C7D1-8BF5-1CC7-446C-69E9638CB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DE63E0-9E14-9856-7716-69DD0BBE5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B360FB-9218-4F06-9F00-239ECFBECF7F}" type="slidenum">
              <a:rPr lang="fr-FR" smtClean="0"/>
              <a:pPr>
                <a:defRPr/>
              </a:pPr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2262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7E39A-0206-F82C-82FF-446F61D22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EE46315-81FE-5634-B138-C72E930C9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531AC5A-E0CC-BF88-2C26-19E193A89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889A73-14FB-00A0-F6AD-FAA028ACC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B360FB-9218-4F06-9F00-239ECFBECF7F}" type="slidenum">
              <a:rPr lang="fr-FR" smtClean="0"/>
              <a:pPr>
                <a:defRPr/>
              </a:pPr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716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B313-D417-5A7E-FC3D-2EB4D50F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3F6DEF-C940-4301-3B29-BE774CD38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FE65FE8-9031-F5CA-E5A7-708B7722D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5DD10E-65B6-6EA1-2915-016BC0E7D4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B360FB-9218-4F06-9F00-239ECFBECF7F}" type="slidenum">
              <a:rPr lang="fr-FR" smtClean="0"/>
              <a:pPr>
                <a:defRPr/>
              </a:pPr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351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6E03-2FEA-050B-272E-C2F47EA58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2EC78BF-BE5A-83C8-C3DF-C9ECD71BA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33D239A-2BDA-6A03-09AD-4FF90C74F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A83753-2B04-9FDA-52AC-B8A7B4C83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0B360FB-9218-4F06-9F00-239ECFBECF7F}" type="slidenum">
              <a:rPr lang="fr-FR" smtClean="0"/>
              <a:pPr>
                <a:defRPr/>
              </a:pPr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5542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9B849-A3EF-4D10-B753-349EF579DD4C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50AFD-8BDF-4993-8613-40BB641A756C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713412-F861-492D-A114-79D2EF59DAB2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7FA74-4A49-4787-A7F3-C67E04D51FB7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BF71E-A259-4B24-B71D-1B38F9B09317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E976A-487C-4BF4-95DC-DDB677C94E3A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F6A5-2190-4079-930B-1240D51773FC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5E491-C5B4-4693-924C-1E80ECF9E7C5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233D1-1DE2-4D50-99E6-59880E63F13A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28B76-665C-4339-9875-E25658DE9BC1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EA12B-3293-48E3-89DA-E82320BB3E68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FE19DD6-9435-486C-8001-D82FCAE527B9}" type="slidenum">
              <a:rPr lang="es-ES"/>
              <a:pPr>
                <a:defRPr/>
              </a:pPr>
              <a:t>‹N°›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placeholder.typicode.com/user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jsonplaceholder.typicode.com/posts?userId=%7bid%7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144462" y="4763431"/>
            <a:ext cx="3707831" cy="544513"/>
          </a:xfrm>
          <a:noFill/>
        </p:spPr>
        <p:txBody>
          <a:bodyPr/>
          <a:lstStyle/>
          <a:p>
            <a:pPr algn="l" eaLnBrk="1" hangingPunct="1"/>
            <a:r>
              <a:rPr lang="es-UY" sz="2800" b="1" dirty="0">
                <a:solidFill>
                  <a:schemeClr val="bg1"/>
                </a:solidFill>
              </a:rPr>
              <a:t>Salim Ouaret</a:t>
            </a:r>
            <a:br>
              <a:rPr lang="es-UY" sz="2800" b="1" dirty="0">
                <a:solidFill>
                  <a:schemeClr val="bg1"/>
                </a:solidFill>
              </a:rPr>
            </a:br>
            <a:r>
              <a:rPr lang="es-UY" sz="2800" b="1" dirty="0">
                <a:solidFill>
                  <a:srgbClr val="0070C0"/>
                </a:solidFill>
              </a:rPr>
              <a:t>salimouaret@live.fr</a:t>
            </a:r>
            <a:endParaRPr lang="es-ES" sz="2800" b="1" dirty="0">
              <a:solidFill>
                <a:srgbClr val="0070C0"/>
              </a:solidFill>
            </a:endParaRPr>
          </a:p>
        </p:txBody>
      </p:sp>
      <p:sp>
        <p:nvSpPr>
          <p:cNvPr id="5" name="Rectangle 110"/>
          <p:cNvSpPr txBox="1">
            <a:spLocks noChangeArrowheads="1"/>
          </p:cNvSpPr>
          <p:nvPr/>
        </p:nvSpPr>
        <p:spPr bwMode="auto">
          <a:xfrm>
            <a:off x="2071688" y="2420888"/>
            <a:ext cx="6964808" cy="119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defRPr/>
            </a:pPr>
            <a:r>
              <a:rPr lang="fr-FR" sz="4000" b="1" kern="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Travaux Pratiques</a:t>
            </a:r>
            <a:endParaRPr lang="es-ES" sz="4000" b="1" kern="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2" name="Rectangle 122"/>
          <p:cNvSpPr>
            <a:spLocks noChangeArrowheads="1"/>
          </p:cNvSpPr>
          <p:nvPr/>
        </p:nvSpPr>
        <p:spPr bwMode="auto">
          <a:xfrm>
            <a:off x="-108520" y="5214937"/>
            <a:ext cx="3960813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2054" name="ZoneTexte 8"/>
          <p:cNvSpPr txBox="1">
            <a:spLocks noChangeArrowheads="1"/>
          </p:cNvSpPr>
          <p:nvPr/>
        </p:nvSpPr>
        <p:spPr bwMode="auto">
          <a:xfrm>
            <a:off x="3542343" y="1243217"/>
            <a:ext cx="2949846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fr-FR" sz="4000" b="1" dirty="0" err="1"/>
              <a:t>Karate</a:t>
            </a:r>
            <a:r>
              <a:rPr lang="fr-FR" sz="4000" b="1" dirty="0"/>
              <a:t> DSL</a:t>
            </a:r>
          </a:p>
        </p:txBody>
      </p:sp>
      <p:pic>
        <p:nvPicPr>
          <p:cNvPr id="2" name="Picture 2" descr="Karate Labs · GitHub">
            <a:extLst>
              <a:ext uri="{FF2B5EF4-FFF2-40B4-BE49-F238E27FC236}">
                <a16:creationId xmlns:a16="http://schemas.microsoft.com/office/drawing/2014/main" id="{6093821A-664D-912E-AEB7-DC9FA5E90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365104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ZoneTexte 2"/>
          <p:cNvSpPr txBox="1">
            <a:spLocks noChangeArrowheads="1"/>
          </p:cNvSpPr>
          <p:nvPr/>
        </p:nvSpPr>
        <p:spPr bwMode="auto">
          <a:xfrm>
            <a:off x="265734" y="1193580"/>
            <a:ext cx="8878265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2000" b="1" dirty="0" err="1">
                <a:latin typeface="Times New Roman" pitchFamily="18" charset="0"/>
                <a:cs typeface="Times New Roman" pitchFamily="18" charset="0"/>
              </a:rPr>
              <a:t>JSONPlaceholder</a:t>
            </a: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est une API REST gratuite qui fournit des données fictives pour le développement et les tests d'applications. Voici ses principales caractéristiques :</a:t>
            </a:r>
          </a:p>
          <a:p>
            <a:pPr>
              <a:defRPr/>
            </a:pPr>
            <a:endParaRPr lang="fr-FR" sz="2000" b="1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Ressources disponibles : L'API propose 6 types de données -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posts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comments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albums, photos,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todos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et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users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Endpoints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: Chaque type de ressource a son propre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endpoint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par exemple /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posts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/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comments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etc.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Méthodes HTTP :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JSONPlaceholder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supporte les méthodes GET, POST, PUT, PATCH et DELETE, permettant de simuler toutes les opérations CRUD.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Simulation : Bien que l'API simule les effets des requêtes, les modifications ne sont pas réellement sauvegardées sur le serveur.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Facilité d'utilisation : L'API est simple à utiliser, ne nécessite pas d'authentification et est idéale pour les débutants.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Données structurées : Les réponses sont au format JSON, facilitant leur manipulation dans les applications.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 bwMode="auto">
          <a:xfrm>
            <a:off x="683568" y="32109"/>
            <a:ext cx="700852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4000" b="1" kern="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Travaux Pratiques Avancés</a:t>
            </a:r>
            <a:endParaRPr lang="es-ES" sz="4000" b="1" kern="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49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5090F4-75C7-43CA-A3C5-C2148BB41712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42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B36E-E2A4-6A00-2EE9-D73914F5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ZoneTexte 2">
            <a:extLst>
              <a:ext uri="{FF2B5EF4-FFF2-40B4-BE49-F238E27FC236}">
                <a16:creationId xmlns:a16="http://schemas.microsoft.com/office/drawing/2014/main" id="{F367086D-C378-144D-AF47-DEAE683DE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34" y="1193580"/>
            <a:ext cx="8878265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Exercice 1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Test d'une API REST simple</a:t>
            </a:r>
          </a:p>
          <a:p>
            <a:pPr>
              <a:defRPr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Énoncé :</a:t>
            </a:r>
          </a:p>
          <a:p>
            <a:pPr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Créez un test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Karate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pour l'API publique "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JSONPlaceholder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" (https://jsonplaceholder.typicode.com/). </a:t>
            </a:r>
          </a:p>
          <a:p>
            <a:pPr>
              <a:defRPr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Votre test doit :</a:t>
            </a:r>
          </a:p>
          <a:p>
            <a:pPr>
              <a:defRPr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Faire une requête GET sur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l'endpoint</a:t>
            </a:r>
            <a:r>
              <a:rPr lang="fr-FR" sz="2000">
                <a:latin typeface="Times New Roman" pitchFamily="18" charset="0"/>
                <a:cs typeface="Times New Roman" pitchFamily="18" charset="0"/>
              </a:rPr>
              <a:t> « /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posts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/1 »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Vérifier que le statut de la réponse est 200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Vérifier que le titre du post est "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aut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facere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repellat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provident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occaecati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excepturi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optio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reprehenderit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« 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Vérifier que l'ID de l'utilisateur est 1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67C9BD9-8F5E-C78B-9246-950774D6BAF6}"/>
              </a:ext>
            </a:extLst>
          </p:cNvPr>
          <p:cNvSpPr txBox="1">
            <a:spLocks/>
          </p:cNvSpPr>
          <p:nvPr/>
        </p:nvSpPr>
        <p:spPr bwMode="auto">
          <a:xfrm>
            <a:off x="683568" y="32109"/>
            <a:ext cx="700852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4000" b="1" kern="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Travaux Pratiques Avancés</a:t>
            </a:r>
            <a:endParaRPr lang="es-ES" sz="4000" b="1" kern="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49" name="Espace réservé du numéro de diapositive 4">
            <a:extLst>
              <a:ext uri="{FF2B5EF4-FFF2-40B4-BE49-F238E27FC236}">
                <a16:creationId xmlns:a16="http://schemas.microsoft.com/office/drawing/2014/main" id="{93140B18-5BA2-1509-0CF1-4A32A451F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5090F4-75C7-43CA-A3C5-C2148BB41712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952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19562-67A1-578F-2EF9-715805AD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ZoneTexte 2">
            <a:extLst>
              <a:ext uri="{FF2B5EF4-FFF2-40B4-BE49-F238E27FC236}">
                <a16:creationId xmlns:a16="http://schemas.microsoft.com/office/drawing/2014/main" id="{03A6AE49-F292-DA1C-DBDA-E6C1E27C3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35" y="1193580"/>
            <a:ext cx="861253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Exercice 2 :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Test avec réutilisation de réponse</a:t>
            </a:r>
          </a:p>
          <a:p>
            <a:pPr>
              <a:defRPr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Énoncé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Créez un test qui enchaîne deux requêtes 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Faites une requête GET sur </a:t>
            </a:r>
            <a:r>
              <a:rPr lang="fr-FR" sz="2000" dirty="0">
                <a:latin typeface="Times New Roman" pitchFamily="18" charset="0"/>
                <a:cs typeface="Times New Roman" pitchFamily="18" charset="0"/>
                <a:hlinkClick r:id="rId3"/>
              </a:rPr>
              <a:t>https://jsonplaceholder.typicode.com/users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Prenez le premier utilisateur de la liste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Utilisez son ID pour faire une seconde requête GET sur </a:t>
            </a:r>
            <a:r>
              <a:rPr lang="fr-FR" sz="2000" dirty="0">
                <a:latin typeface="Times New Roman" pitchFamily="18" charset="0"/>
                <a:cs typeface="Times New Roman" pitchFamily="18" charset="0"/>
                <a:hlinkClick r:id="rId4"/>
              </a:rPr>
              <a:t>https://jsonplaceholder.typicode.com/posts?userId={id}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Vérifiez que tous les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posts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retournés ont bien l'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userId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correspondant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C56F01E-B116-1F5F-104D-8051BDB73079}"/>
              </a:ext>
            </a:extLst>
          </p:cNvPr>
          <p:cNvSpPr txBox="1">
            <a:spLocks/>
          </p:cNvSpPr>
          <p:nvPr/>
        </p:nvSpPr>
        <p:spPr bwMode="auto">
          <a:xfrm>
            <a:off x="683568" y="32109"/>
            <a:ext cx="700852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4000" b="1" kern="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Travaux Pratiques Avancés</a:t>
            </a:r>
            <a:endParaRPr lang="es-ES" sz="4000" b="1" kern="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49" name="Espace réservé du numéro de diapositive 4">
            <a:extLst>
              <a:ext uri="{FF2B5EF4-FFF2-40B4-BE49-F238E27FC236}">
                <a16:creationId xmlns:a16="http://schemas.microsoft.com/office/drawing/2014/main" id="{B85739F6-20C1-35C8-C12B-3DAFFFD0D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5090F4-75C7-43CA-A3C5-C2148BB41712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4169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27966-C3DD-7B66-0038-410651B4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ZoneTexte 2">
            <a:extLst>
              <a:ext uri="{FF2B5EF4-FFF2-40B4-BE49-F238E27FC236}">
                <a16:creationId xmlns:a16="http://schemas.microsoft.com/office/drawing/2014/main" id="{639CD84B-37C6-F174-C61C-CF855001A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35" y="1193580"/>
            <a:ext cx="861253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Exercice 3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: Test POST avec création de données</a:t>
            </a:r>
          </a:p>
          <a:p>
            <a:pPr>
              <a:defRPr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Énoncé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Utilisez l'API "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JSONPlaceholder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" (https://jsonplaceholder.typicode.com) pour créer un test qui :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Fait une requête POST sur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l'endpoint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"/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posts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« 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Envoie un JSON avec les champs "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userId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", "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" et "body« 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Vérifie que le statut de la réponse est 201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Vérifie que la réponse contient un champ "id« 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Vérifie que les champs "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userId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", "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" et "body" dans la réponse correspondent à ceux envoyés</a:t>
            </a:r>
          </a:p>
          <a:p>
            <a:pPr>
              <a:defRPr/>
            </a:pPr>
            <a:endParaRPr lang="fr-FR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4B7B78C-7ED9-20C9-60B3-E10C214911AD}"/>
              </a:ext>
            </a:extLst>
          </p:cNvPr>
          <p:cNvSpPr txBox="1">
            <a:spLocks/>
          </p:cNvSpPr>
          <p:nvPr/>
        </p:nvSpPr>
        <p:spPr bwMode="auto">
          <a:xfrm>
            <a:off x="683568" y="32109"/>
            <a:ext cx="700852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4000" b="1" kern="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Travaux Pratiques Avancés</a:t>
            </a:r>
            <a:endParaRPr lang="es-ES" sz="4000" b="1" kern="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49" name="Espace réservé du numéro de diapositive 4">
            <a:extLst>
              <a:ext uri="{FF2B5EF4-FFF2-40B4-BE49-F238E27FC236}">
                <a16:creationId xmlns:a16="http://schemas.microsoft.com/office/drawing/2014/main" id="{44FAF735-4650-83F5-8C69-BE504ABD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5090F4-75C7-43CA-A3C5-C2148BB41712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3511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4F880-6AC3-F8E4-1132-8A87456D5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ZoneTexte 2">
            <a:extLst>
              <a:ext uri="{FF2B5EF4-FFF2-40B4-BE49-F238E27FC236}">
                <a16:creationId xmlns:a16="http://schemas.microsoft.com/office/drawing/2014/main" id="{ED2170E9-C90B-5753-D9C2-D818C4F5E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35" y="1193580"/>
            <a:ext cx="861253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Exercice 4 :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Charger et utiliser des données JSON pour créer un post</a:t>
            </a:r>
          </a:p>
          <a:p>
            <a:pPr>
              <a:defRPr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Énoncé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>
              <a:defRPr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Créez un fichier JSON nommé "new-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post.json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" contenant les données d'un nouveau post.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Dans un scénario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Karate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chargez ce fichier JSON.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Utilisez ces données pour faire une requête POST à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l'endpoint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"/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posts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" de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JSONPlaceholder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Vérifiez que la réponse contient les mêmes données que celles envoyées.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1C0CB21-0C57-B13E-2998-D0CB95E15E15}"/>
              </a:ext>
            </a:extLst>
          </p:cNvPr>
          <p:cNvSpPr txBox="1">
            <a:spLocks/>
          </p:cNvSpPr>
          <p:nvPr/>
        </p:nvSpPr>
        <p:spPr bwMode="auto">
          <a:xfrm>
            <a:off x="683568" y="32109"/>
            <a:ext cx="700852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4000" b="1" kern="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Travaux Pratiques Avancés</a:t>
            </a:r>
            <a:endParaRPr lang="es-ES" sz="4000" b="1" kern="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49" name="Espace réservé du numéro de diapositive 4">
            <a:extLst>
              <a:ext uri="{FF2B5EF4-FFF2-40B4-BE49-F238E27FC236}">
                <a16:creationId xmlns:a16="http://schemas.microsoft.com/office/drawing/2014/main" id="{072FF2BA-1EDA-A40F-6276-3B15F8EAD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5090F4-75C7-43CA-A3C5-C2148BB41712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704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4FF3A-4F9F-054E-2581-EA5758D5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ZoneTexte 2">
            <a:extLst>
              <a:ext uri="{FF2B5EF4-FFF2-40B4-BE49-F238E27FC236}">
                <a16:creationId xmlns:a16="http://schemas.microsoft.com/office/drawing/2014/main" id="{1A461FE8-8690-B3A0-F8E4-CDD174E02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735" y="1193580"/>
            <a:ext cx="861253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Exercice 5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: Utiliser un fichier JSON pour valider une réponse GET</a:t>
            </a:r>
          </a:p>
          <a:p>
            <a:pPr>
              <a:defRPr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Énoncé :</a:t>
            </a:r>
          </a:p>
          <a:p>
            <a:pPr>
              <a:defRPr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Créez un fichier JSON nommé "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expected-user.json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" contenant la structure attendue d'un utilisateur.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Dans un scénario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Karate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faites une requête GET à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l'endpoint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"/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users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/1" de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JSONPlaceholder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Utilisez le fichier JSON pour valider la structure de la réponse.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DA8AD1F-F690-8A03-1B13-C5E4F48CC8A0}"/>
              </a:ext>
            </a:extLst>
          </p:cNvPr>
          <p:cNvSpPr txBox="1">
            <a:spLocks/>
          </p:cNvSpPr>
          <p:nvPr/>
        </p:nvSpPr>
        <p:spPr bwMode="auto">
          <a:xfrm>
            <a:off x="683568" y="32109"/>
            <a:ext cx="700852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sz="4000" b="1" kern="0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Travaux Pratiques Avancés</a:t>
            </a:r>
            <a:endParaRPr lang="es-ES" sz="4000" b="1" kern="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149" name="Espace réservé du numéro de diapositive 4">
            <a:extLst>
              <a:ext uri="{FF2B5EF4-FFF2-40B4-BE49-F238E27FC236}">
                <a16:creationId xmlns:a16="http://schemas.microsoft.com/office/drawing/2014/main" id="{F000E71A-31BD-2543-8C38-96D2CB71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5090F4-75C7-43CA-A3C5-C2148BB41712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1685093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22804</TotalTime>
  <Words>574</Words>
  <Application>Microsoft Office PowerPoint</Application>
  <PresentationFormat>Affichage à l'écran (4:3)</PresentationFormat>
  <Paragraphs>73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Diseño predeterminado</vt:lpstr>
      <vt:lpstr>Salim Ouaret salimouaret@live.fr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salim ouaret</cp:lastModifiedBy>
  <cp:revision>959</cp:revision>
  <dcterms:created xsi:type="dcterms:W3CDTF">2010-05-23T14:28:12Z</dcterms:created>
  <dcterms:modified xsi:type="dcterms:W3CDTF">2025-03-28T10:41:24Z</dcterms:modified>
</cp:coreProperties>
</file>